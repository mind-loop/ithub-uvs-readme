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Нээлт: Laptop нээж, GitHub хуудсаа харуул. Нэг ч үг хэлэлгүй 5 секунд байж, дараа нь эхэл.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Гараа өргүүл — өнгөрсөн сард файл явуулсан хүн? Чимээгүй хүлээ. Дараа нь: өнөөдрийн дараа та нар линк явуулна.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Drive файл хадгалдаг — GitHub өөрчлөлт бүрийн шалтгааныг хадгалдаг. Энэ ялгааг ойлгосон хүн мэргэжлийн болсон.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Одоо GitHub дээр "." дарна уу — VS Code шууд нээгдэнэ! Суулгах зүйл алга. Интернет байвал хаана ч ажиллана.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Алхам бүрийг оролцогчид биеэрээ давтана. Би харуулна — та нар дагана.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дарсны дараа ЧИМЭЭГҮЙ бай. Оролцогчид утсаа харж хүлээнэ. Тэд өөрсдөө 'вау' гэнэ — чи хэлэх хэрэггүй.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VibeCoding-ийн Хүч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GitHub + Vercel-ээр өөрийн вэбсайтыг 1 цагт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Пүрэв Баасанхүү  |  Uvs ITHub  |  MorningTalk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393192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93192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"Та .docx явуулдаг уу?"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Өнөөдрөөс та нар ЛИНК явуулна.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2468880"/>
          </a:xfrm>
          <a:prstGeom prst="roundRect">
            <a:avLst>
              <a:gd name="adj" fmla="val 5556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Хуучин арга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project_final_v3_REAL.docx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эвдэрвэл бүх зүйл алга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Имэйлээр явуулна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 юу өөрчилснийг мэдэхгүй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2286000"/>
            <a:ext cx="3657600" cy="2468880"/>
          </a:xfrm>
          <a:prstGeom prst="roundRect">
            <a:avLst>
              <a:gd name="adj" fmla="val 5556"/>
            </a:avLst>
          </a:prstGeom>
          <a:solidFill>
            <a:srgbClr val="0D2B1A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Шинэ арга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28346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github.com/таны-нэр/portfolio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Клоуд дээр — хаанаас ч нэвтэрнэ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Линк л явуулна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өөрчлөлтийн түүх үлдэнэ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Ажлын түүх  ·  VS Code = Ажлын өрөө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Аюулгүй байдал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эвдэрсэн ч код GitHub-д бүтэн. Файл устгавал буцааж авна.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C2333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Хамтын ажиллагаа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Бусад хөгжүүлэгч таны кодыг харж, нэмэлт хийж чадна.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Таны бүх ажлын түүх — ажил хайхад хамгийн хүчтэй нотолгоо.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"GitHub бол таны ажлын намтар, VS Code бол таны ажлын өрөө"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Online — нэг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1C2333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OFFLINE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суулгасан хувилбар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бүрэн ажиллана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нэгтгэнэ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бүгд суулгаж болно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Интернетгүй ч ажиллана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880360"/>
            <a:ext cx="82296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ONLINE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github.dev / vscode.dev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Суулгах зүйл огт алга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"." товч — шууд нээгдэнэ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Хаанаас ч, ямар PC-ээс ч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аккаунт л хангалттай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ТРЮК: GitHub хуудас дээр "." (цэг) дарахад VS Code хөтчөөр шууд нээгдэнэ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алхамд Production-д гарна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3474720"/>
          </a:xfrm>
          <a:prstGeom prst="roundRect">
            <a:avLst>
              <a:gd name="adj" fmla="val 6977"/>
            </a:avLst>
          </a:prstGeom>
          <a:solidFill>
            <a:srgbClr val="1C2333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08760"/>
            <a:ext cx="868680" cy="8686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аккаунт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холбох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51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14600" y="1371600"/>
            <a:ext cx="1965960" cy="3474720"/>
          </a:xfrm>
          <a:prstGeom prst="roundRect">
            <a:avLst>
              <a:gd name="adj" fmla="val 6977"/>
            </a:avLst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508760"/>
            <a:ext cx="868680" cy="86868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29718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ViteJS төсөл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VibeCoding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42519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4251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1965960" cy="3474720"/>
          </a:xfrm>
          <a:prstGeom prst="roundRect">
            <a:avLst>
              <a:gd name="adj" fmla="val 6977"/>
            </a:avLst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508760"/>
            <a:ext cx="868680" cy="8686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29718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2519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251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12280" y="1371600"/>
            <a:ext cx="1965960" cy="3474720"/>
          </a:xfrm>
          <a:prstGeom prst="roundRect">
            <a:avLst>
              <a:gd name="adj" fmla="val 6977"/>
            </a:avLst>
          </a:prstGeom>
          <a:solidFill>
            <a:srgbClr val="1C2333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60920" y="1508760"/>
            <a:ext cx="868680" cy="8686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29718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холбох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авах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95160" y="42519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4251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нар өнөөдөр яг эдгээр алхмуудыг биеэрээ хийнэ!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секундын дараа таны утсан дээр шинэчлэгдэнэ"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өөрчлөх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дээр нэг мөр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Terminal-д 3 тушаал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21031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Утсан дээр харах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секундын дотор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25196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0D2B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251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your-portfolio.vercel.app  — Утсаараа нааш нь байлга!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VibeCoding: GitHub + VS Code + Vercel</dc:title>
  <dc:subject>PptxGenJS Presentation</dc:subject>
  <dc:creator>PptxGenJS</dc:creator>
  <cp:lastModifiedBy>PptxGenJS</cp:lastModifiedBy>
  <cp:revision>1</cp:revision>
  <dcterms:created xsi:type="dcterms:W3CDTF">2026-06-29T07:45:37Z</dcterms:created>
  <dcterms:modified xsi:type="dcterms:W3CDTF">2026-06-29T07:45:37Z</dcterms:modified>
</cp:coreProperties>
</file>