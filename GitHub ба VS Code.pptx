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Laptop нээж GitHub харуул. 5 секунд чимээгүй бай. Дараа нь эхэл.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Гараа өргүүл — файл явуулсан хүн? Чимээгүй хүлээ.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бол таны ажлын намтар — өөрчлөлт бүр хадгалагдана. VS Code бол таны ажлын өрөө — AI туслагчтай, extension-тай, хаана ч нэвтэрнэ.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github.dev дээр "." дарахад VS Code нээгдэнэ. Бүх оролцогчид нэг дор хий.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README-с prompt-г copy хийгээд ChatGPT-д өг. [...] хэсгийг өөрийн мэдээллээр бөглөнө.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 дарснаас хойш чимээгүй хүлээ. URL-г бүгдэд мессенжерт явуул.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дарсны дараа ЧИМЭЭГҮЙ бай. Тэд өөрсдөө 'вау' гэнэ.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VibeCoding-ийн Хүч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GitHub  ·  VS Code  ·  Vercel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834640"/>
            <a:ext cx="219456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Пүрэв Баасанхүү  ·  Uvs ITHub  ·  MorningTalk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2286000" cy="1188720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GitHub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хадгалах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286000" cy="1188720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VS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бичих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2286000" cy="1188720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Vercel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хийх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Асуулт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"Та .docx явуулдаг уу?"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Өнөөдрөөс та нар ЛИНК явуулна.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840480" cy="2743200"/>
          </a:xfrm>
          <a:prstGeom prst="roundRect">
            <a:avLst>
              <a:gd name="adj" fmla="val 6000"/>
            </a:avLst>
          </a:prstGeom>
          <a:solidFill>
            <a:srgbClr val="1A080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76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Файл илгээдэг хүн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project_final_v3_REAL.docx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Laptop эвдэрвэл бүх зүйл алга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Хэн юу өөрчилснийг мэдэхгүй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CV нь хуучирдаг, шинэчлэх боломжгүй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103120"/>
            <a:ext cx="3840480" cy="2743200"/>
          </a:xfrm>
          <a:prstGeom prst="roundRect">
            <a:avLst>
              <a:gd name="adj" fmla="val 6000"/>
            </a:avLst>
          </a:prstGeom>
          <a:solidFill>
            <a:srgbClr val="071A1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176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Линк илгээдэг хүн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github.com/нэр/portfolio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3108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Клоуд дээр — хэзээд аюулгүй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520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Бүх өөрчлөлтийн түүх хадгалагдана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931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Push хийхэд шууд шинэчлэгдэнэ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3246120"/>
            <a:ext cx="731520" cy="731520"/>
          </a:xfrm>
          <a:prstGeom prst="ellipse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Ойлголт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Ажлын түүх  ·  VS Code = Ажлын өрөө</a:t>
            </a:r>
            <a:endParaRPr lang="en-US" sz="2400" dirty="0"/>
          </a:p>
        </p:txBody>
      </p:sp>
      <p:pic>
        <p:nvPicPr>
          <p:cNvPr id="7" name="Image 0" descr="/home/claude/github_vscode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Орчин бэлдэх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товшилтоор орчин бэлэн болно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3383280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508760"/>
            <a:ext cx="914400" cy="91440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үүсгэ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→ New repo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my-portfolio · Public · README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1371600"/>
            <a:ext cx="2011680" cy="3383280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0" y="1508760"/>
            <a:ext cx="914400" cy="91440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6888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603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"." товч дар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хуудас дээр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"." дарахад VS Code нээгдэнэ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2011680" cy="3383280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1508760"/>
            <a:ext cx="914400" cy="91440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5488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өг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ChatGPT-д бэлэн prompt-г өгнө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код авна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58000" y="1371600"/>
            <a:ext cx="2011680" cy="3383280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508760"/>
            <a:ext cx="914400" cy="9144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 →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→ 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A15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Terminal хэрэггүй — github.dev дээр шууд файл үүсгэж, AI кодыг paste хийнэ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дээрх prompt-г AI-д өгнө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029200" cy="3749040"/>
          </a:xfrm>
          <a:prstGeom prst="roundRect">
            <a:avLst>
              <a:gd name="adj" fmla="val 3659"/>
            </a:avLst>
          </a:prstGeom>
          <a:solidFill>
            <a:srgbClr val="071A1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618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AI Prompt (README-с copy)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[YOUR FULL NAME]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[YOUR JOB TITLE / ROLE]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  [YOUR EMAIL]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78024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 https://github.com/[USERNAME]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Bio:     [2-3 sentences about yourself]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Skills:  [Skill — Level]  x 4–8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6557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12464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Project: [NAME · Description · URL]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   [Dark / Light / Minimal]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188720"/>
            <a:ext cx="32004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1887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124358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нээ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5910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→ README.md дээр дар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2103120"/>
            <a:ext cx="32004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21031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215798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copy хий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5054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Бэлэн prompt-г бүгдийг нь copy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3017520"/>
            <a:ext cx="32004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3017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0760" y="307238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[...] бөглө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4198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Нэрээ, мэргэжлээ, skill-ээ бич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931920"/>
            <a:ext cx="32004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9319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80760" y="398678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ChatGPT-д өг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43342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код авна → paste хийнэ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7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Output: index.html — нэг файлд бүх зүйл. Terminal хэрэггүй, framework хэрэггүй.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Vercel → Дэлхийд харагдана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228600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828800" cy="228600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2560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хадгалагдана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828800" cy="228600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секунд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71600"/>
            <a:ext cx="1828800" cy="228600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560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Утсан дээр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харагдана!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8587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Setup — 1 удаа хийвэл дараа нь автомат: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206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vercel.com → Sign in with GitHub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New Project → my-portfolio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Deploy →  URL авна: my-portfolio.vercel.app  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секундын дараа таны утсан дээр шинэчлэгдэнэ"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мөр өөрчил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3931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дахь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гарчиг эсвэл өнгө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337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63931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Push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337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Утсан дээр харах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63931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секундын дотор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шинэчлэгдэнэ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4663440"/>
            <a:ext cx="6400800" cy="411480"/>
          </a:xfrm>
          <a:prstGeom prst="roundRect">
            <a:avLst>
              <a:gd name="adj" fmla="val 22222"/>
            </a:avLst>
          </a:prstGeom>
          <a:solidFill>
            <a:srgbClr val="071A1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663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your-portfolio.vercel.app  —  Утсаа гаргаж нааш нь байлга!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VibeCoding — GitHub + VS Code + Vercel</dc:title>
  <dc:subject>PptxGenJS Presentation</dc:subject>
  <dc:creator>PptxGenJS</dc:creator>
  <cp:lastModifiedBy>PptxGenJS</cp:lastModifiedBy>
  <cp:revision>1</cp:revision>
  <dcterms:created xsi:type="dcterms:W3CDTF">2026-06-29T08:36:48Z</dcterms:created>
  <dcterms:modified xsi:type="dcterms:W3CDTF">2026-06-29T08:36:48Z</dcterms:modified>
</cp:coreProperties>
</file>